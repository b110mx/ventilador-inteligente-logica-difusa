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B57"/>
                </a:solidFill>
              </a:rPr>
              <a:t>Sistemas difusos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6FAE"/>
                </a:solidFill>
              </a:rPr>
              <a:t>(lógica difusa)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D5A64"/>
                </a:solidFill>
              </a:rPr>
              <a:t>Prototipo funcional mínimo: control de velocidad de un ventilador según la temperatura de un salón.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374904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19A0A6"/>
          </a:solidFill>
          <a:ln w="12700">
            <a:solidFill>
              <a:srgbClr val="19A0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84962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Entrada: temperatura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374904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0F6FAE"/>
          </a:solidFill>
          <a:ln w="12700">
            <a:solidFill>
              <a:srgbClr val="0F6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84962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Reglas difusas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13832" y="3749040"/>
            <a:ext cx="2057400" cy="402336"/>
          </a:xfrm>
          <a:prstGeom prst="roundRect">
            <a:avLst>
              <a:gd name="adj" fmla="val 18182"/>
            </a:avLst>
          </a:prstGeom>
          <a:solidFill>
            <a:srgbClr val="6CBF84"/>
          </a:solidFill>
          <a:ln w="12700">
            <a:solidFill>
              <a:srgbClr val="6CBF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384962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Salida: velocidad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2880360" cy="1508760"/>
          </a:xfrm>
          <a:prstGeom prst="chevron">
            <a:avLst/>
          </a:prstGeom>
          <a:solidFill>
            <a:srgbClr val="D9EDF7"/>
          </a:solidFill>
          <a:ln w="12700">
            <a:solidFill>
              <a:srgbClr val="B9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FAE"/>
                </a:solidFill>
              </a:rPr>
              <a:t>0 - 1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41080" y="36393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5A64"/>
                </a:solidFill>
              </a:rPr>
              <a:t>grados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D5A64"/>
                </a:solidFill>
              </a:rPr>
              <a:t>pertenencia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5989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A"/>
                </a:solidFill>
              </a:rPr>
              <a:t>Grupo: 7mo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1268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790"/>
                </a:solidFill>
              </a:rPr>
              <a:t>Sistemas difusos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resuelven los sistemas difusos?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A64"/>
                </a:solidFill>
              </a:rPr>
              <a:t>Permiten razonar cuando los límites entre categorías no son exactos.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7780">
            <a:solidFill>
              <a:srgbClr val="19A0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B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8191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Idea principal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332841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En lugar de clasificar algo como totalmente verdadero o falso, se utilizan valores intermedios entre 0 y 1.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85800" y="31089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9ED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27355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Ejemplo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" y="3611880"/>
            <a:ext cx="332841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Una temperatura de 30 °C puede ser parcialmente templada y parcialmente caliente al mismo tiempo.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25780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FAE"/>
                </a:solidFill>
              </a:rPr>
              <a:t>Fría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508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84B"/>
                </a:solidFill>
              </a:rPr>
              <a:t>Templada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06840" y="1508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A5B"/>
                </a:solidFill>
              </a:rPr>
              <a:t>Caliente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4206240"/>
            <a:ext cx="5120640" cy="0"/>
          </a:xfrm>
          <a:prstGeom prst="line">
            <a:avLst/>
          </a:prstGeom>
          <a:noFill/>
          <a:ln w="19050">
            <a:solidFill>
              <a:srgbClr val="9DAAB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766560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Temperatura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92040" y="2057400"/>
            <a:ext cx="1417320" cy="1554480"/>
          </a:xfrm>
          <a:prstGeom prst="chevron">
            <a:avLst/>
          </a:prstGeom>
          <a:solidFill>
            <a:srgbClr val="D7EAF7"/>
          </a:solidFill>
          <a:ln w="15240">
            <a:solidFill>
              <a:srgbClr val="0F6F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2057400"/>
            <a:ext cx="1417320" cy="1554480"/>
          </a:xfrm>
          <a:prstGeom prst="triangle">
            <a:avLst/>
          </a:prstGeom>
          <a:solidFill>
            <a:srgbClr val="FDECC5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6200000">
            <a:off x="8823960" y="2057400"/>
            <a:ext cx="1417320" cy="1554480"/>
          </a:xfrm>
          <a:prstGeom prst="chevron">
            <a:avLst/>
          </a:prstGeom>
          <a:solidFill>
            <a:srgbClr val="F9D6D1"/>
          </a:solidFill>
          <a:ln w="15240">
            <a:solidFill>
              <a:srgbClr val="EB6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5074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Grados de pertenencia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5394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0 = no pertenece     |     1 = pertenece totalmente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001268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790"/>
                </a:solidFill>
              </a:rPr>
              <a:t>Sistemas difusos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Prototipo: control de ventilador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A64"/>
                </a:solidFill>
              </a:rPr>
              <a:t>Entrada, reglas difusas y salida observable en la terminal.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7780">
            <a:solidFill>
              <a:srgbClr val="19A0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3017520"/>
            <a:ext cx="777240" cy="0"/>
          </a:xfrm>
          <a:prstGeom prst="line">
            <a:avLst/>
          </a:prstGeom>
          <a:noFill/>
          <a:ln w="25400">
            <a:solidFill>
              <a:srgbClr val="0F6FA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3017520"/>
            <a:ext cx="777240" cy="0"/>
          </a:xfrm>
          <a:prstGeom prst="line">
            <a:avLst/>
          </a:prstGeom>
          <a:noFill/>
          <a:ln w="25400">
            <a:solidFill>
              <a:srgbClr val="0F6FA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309360" y="3017520"/>
            <a:ext cx="777240" cy="0"/>
          </a:xfrm>
          <a:prstGeom prst="line">
            <a:avLst/>
          </a:prstGeom>
          <a:noFill/>
          <a:ln w="25400">
            <a:solidFill>
              <a:srgbClr val="0F6FA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66760" y="3017520"/>
            <a:ext cx="777240" cy="0"/>
          </a:xfrm>
          <a:prstGeom prst="line">
            <a:avLst/>
          </a:prstGeom>
          <a:noFill/>
          <a:ln w="25400">
            <a:solidFill>
              <a:srgbClr val="0F6FA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331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19A0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A0A6"/>
                </a:solidFill>
              </a:rPr>
              <a:t>Entrada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Temperatura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°C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331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0F6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6FAE"/>
                </a:solidFill>
              </a:rPr>
              <a:t>Fuzzificación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01752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fría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templada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caliente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331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F2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2B84B"/>
                </a:solidFill>
              </a:rPr>
              <a:t>Reglas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7492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SI...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ENTONCES...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2331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6CBF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CBF84"/>
                </a:solidFill>
              </a:rPr>
              <a:t>Defuzzificación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17804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promedio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ponderado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2331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EB6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B6A5B"/>
                </a:solidFill>
              </a:rPr>
              <a:t>Salida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23544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Velocidad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D5A64"/>
                </a:solidFill>
              </a:rPr>
              <a:t>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480060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965192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Reglas usadas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70432" y="5303520"/>
            <a:ext cx="42885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1. Si temperatura es fría -&gt; ventilador bajo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2. Si temperatura es templada -&gt; ventilador medio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3. Si temperatura es caliente -&gt; ventilador alto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00800" y="48006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96519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Ventaja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65392" y="5303520"/>
            <a:ext cx="39684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La velocidad cambia gradualmente, evitando saltos bruscos entre categorías.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01268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790"/>
                </a:solidFill>
              </a:rPr>
              <a:t>Sistemas difusos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rápida del programa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A64"/>
                </a:solidFill>
              </a:rPr>
              <a:t>Ejemplo con temperatura de 30 °C.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7780">
            <a:solidFill>
              <a:srgbClr val="19A0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102A3A"/>
          </a:solidFill>
          <a:ln w="12700">
            <a:solidFill>
              <a:srgbClr val="10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783080"/>
            <a:ext cx="4389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sistema_difuso_ventilador.py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 ingresada: 30.0 °C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Fría:       0.0%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Templada:  50.0%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Caliente:  50.0%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 recomendada: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77.5%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Interpretación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2240" y="210312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3D4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2267712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50 % templada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56832" y="2606040"/>
            <a:ext cx="3419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Activa la regla de ventilador medio.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492240" y="321868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9DAD6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338328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50 % caliente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56832" y="3721608"/>
            <a:ext cx="3419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Activa la regla de ventilador alto.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492240" y="434340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6EA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4507992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Resultado final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56832" y="4846320"/>
            <a:ext cx="3419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El sistema combina ambas reglas y recomienda 77.5 %.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01268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790"/>
                </a:solidFill>
              </a:rPr>
              <a:t>Sistemas difusos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real y cierre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A64"/>
                </a:solidFill>
              </a:rPr>
              <a:t>La lógica difusa se usa cuando la decisión debe ser gradual.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7780">
            <a:solidFill>
              <a:srgbClr val="19A0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4983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19072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Aplicación industrial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6542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Control automático de climatización: ajustar ventiladores, compresores o calefacción según temperatura, humedad y ocupación.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4983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136392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57"/>
                </a:solidFill>
              </a:rPr>
              <a:t>Lo que demuestra el prototipo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1832" y="3474720"/>
            <a:ext cx="46542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D5A64"/>
                </a:solidFill>
              </a:rPr>
              <a:t>Entrada numérica -&gt; reglas difusas -&gt; salida exacta, con una respuesta más parecida al razonamiento humano.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0" y="1600200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26974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4FB"/>
                </a:solidFill>
              </a:rPr>
              <a:t>Los sistemas difusos ayudan a tomar decisiones útiles cuando los datos son imprecisos o los límites no son rígidos.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DE0E3"/>
                </a:solidFill>
              </a:rPr>
              <a:t>Caso: ventilador inteligente para salón de clases.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1268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790"/>
                </a:solidFill>
              </a:rPr>
              <a:t>Sistemas difusos |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difusos: control de ventilador</dc:title>
  <dc:subject>Sistemas difusos - Lógica difusa</dc:subject>
  <dc:creator>ChatGPT</dc:creator>
  <cp:lastModifiedBy>ChatGPT</cp:lastModifiedBy>
  <cp:revision>1</cp:revision>
  <dcterms:created xsi:type="dcterms:W3CDTF">2026-09-28T07:43:12Z</dcterms:created>
  <dcterms:modified xsi:type="dcterms:W3CDTF">2026-09-28T07:43:12Z</dcterms:modified>
</cp:coreProperties>
</file>